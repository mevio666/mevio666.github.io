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5"/>
  </p:notesMasterIdLst>
  <p:sldIdLst>
    <p:sldId id="256" r:id="rId2"/>
    <p:sldId id="257" r:id="rId3"/>
    <p:sldId id="258" r:id="rId4"/>
  </p:sldIdLst>
  <p:sldSz cx="9144000" cy="6858000" type="screen4x3"/>
  <p:notesSz cx="6858000" cy="9144000"/>
  <p:custDataLst>
    <p:tags r:id="rId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1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gs" Target="tags/tag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ACDC15D-493B-472A-B6E2-F5DB6E67CC4F}" type="datetimeFigureOut">
              <a:rPr lang="en-US" smtClean="0"/>
              <a:t>4/29/2022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949ACFB-6E41-4951-8D2F-A1880C78DAB4}" type="slidenum">
              <a:rPr lang="en-US" smtClean="0"/>
              <a:t>‹N›</a:t>
            </a:fld>
            <a:endParaRPr lang="en-US"/>
          </a:p>
        </p:txBody>
      </p:sp>
    </p:spTree>
    <p:extLst>
      <p:ext uri="{BB962C8B-B14F-4D97-AF65-F5344CB8AC3E}">
        <p14:creationId xmlns:p14="http://schemas.microsoft.com/office/powerpoint/2010/main" val="1387739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49ACFB-6E41-4951-8D2F-A1880C78DAB4}" type="slidenum">
              <a:rPr lang="en-US" smtClean="0"/>
              <a:t>1</a:t>
            </a:fld>
            <a:endParaRPr lang="en-US"/>
          </a:p>
        </p:txBody>
      </p:sp>
    </p:spTree>
    <p:extLst>
      <p:ext uri="{BB962C8B-B14F-4D97-AF65-F5344CB8AC3E}">
        <p14:creationId xmlns:p14="http://schemas.microsoft.com/office/powerpoint/2010/main" val="954887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49ACFB-6E41-4951-8D2F-A1880C78DAB4}" type="slidenum">
              <a:rPr lang="en-US" smtClean="0"/>
              <a:t>2</a:t>
            </a:fld>
            <a:endParaRPr lang="en-US"/>
          </a:p>
        </p:txBody>
      </p:sp>
    </p:spTree>
    <p:extLst>
      <p:ext uri="{BB962C8B-B14F-4D97-AF65-F5344CB8AC3E}">
        <p14:creationId xmlns:p14="http://schemas.microsoft.com/office/powerpoint/2010/main" val="4074612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49ACFB-6E41-4951-8D2F-A1880C78DAB4}" type="slidenum">
              <a:rPr lang="en-US" smtClean="0"/>
              <a:t>3</a:t>
            </a:fld>
            <a:endParaRPr lang="en-US"/>
          </a:p>
        </p:txBody>
      </p:sp>
    </p:spTree>
    <p:extLst>
      <p:ext uri="{BB962C8B-B14F-4D97-AF65-F5344CB8AC3E}">
        <p14:creationId xmlns:p14="http://schemas.microsoft.com/office/powerpoint/2010/main" val="2886790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1A70CE3D-4D2A-408B-B1E7-DF5CD625E097}" type="datetimeFigureOut">
              <a:rPr lang="en-US" smtClean="0"/>
              <a:pPr/>
              <a:t>4/29/2022</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E055FE09-2E75-41DC-9347-263EDC17C9E1}" type="slidenum">
              <a:rPr lang="en-US" smtClean="0"/>
              <a:pPr/>
              <a:t>‹N›</a:t>
            </a:fld>
            <a:endParaRPr lang="en-US"/>
          </a:p>
        </p:txBody>
      </p:sp>
    </p:spTree>
  </p:cSld>
  <p:clrMapOvr>
    <a:masterClrMapping/>
  </p:clrMapOvr>
  <p:transition>
    <p:wipe dir="u"/>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A70CE3D-4D2A-408B-B1E7-DF5CD625E097}" type="datetimeFigureOut">
              <a:rPr lang="en-US" smtClean="0"/>
              <a:pPr/>
              <a:t>4/29/2022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55FE09-2E75-41DC-9347-263EDC17C9E1}" type="slidenum">
              <a:rPr lang="en-US" smtClean="0"/>
              <a:pPr/>
              <a:t>‹N›</a:t>
            </a:fld>
            <a:endParaRPr lang="en-US"/>
          </a:p>
        </p:txBody>
      </p:sp>
    </p:spTree>
  </p:cSld>
  <p:clrMapOvr>
    <a:masterClrMapping/>
  </p:clrMapOvr>
  <p:transition>
    <p:wipe dir="u"/>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A70CE3D-4D2A-408B-B1E7-DF5CD625E097}" type="datetimeFigureOut">
              <a:rPr lang="en-US" smtClean="0"/>
              <a:pPr/>
              <a:t>4/29/2022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55FE09-2E75-41DC-9347-263EDC17C9E1}" type="slidenum">
              <a:rPr lang="en-US" smtClean="0"/>
              <a:pPr/>
              <a:t>‹N›</a:t>
            </a:fld>
            <a:endParaRPr lang="en-US"/>
          </a:p>
        </p:txBody>
      </p:sp>
    </p:spTree>
  </p:cSld>
  <p:clrMapOvr>
    <a:masterClrMapping/>
  </p:clrMapOvr>
  <p:transition>
    <p:wipe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A70CE3D-4D2A-408B-B1E7-DF5CD625E097}" type="datetimeFigureOut">
              <a:rPr lang="en-US" smtClean="0"/>
              <a:pPr/>
              <a:t>4/29/2022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55FE09-2E75-41DC-9347-263EDC17C9E1}" type="slidenum">
              <a:rPr lang="en-US" smtClean="0"/>
              <a:pPr/>
              <a:t>‹N›</a:t>
            </a:fld>
            <a:endParaRPr lang="en-US"/>
          </a:p>
        </p:txBody>
      </p:sp>
    </p:spTree>
  </p:cSld>
  <p:clrMapOvr>
    <a:masterClrMapping/>
  </p:clrMapOvr>
  <p:transition>
    <p:wipe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1A70CE3D-4D2A-408B-B1E7-DF5CD625E097}" type="datetimeFigureOut">
              <a:rPr lang="en-US" smtClean="0"/>
              <a:pPr/>
              <a:t>4/29/2022</a:t>
            </a:fld>
            <a:endParaRPr lang="en-US"/>
          </a:p>
        </p:txBody>
      </p:sp>
      <p:sp>
        <p:nvSpPr>
          <p:cNvPr id="27" name="Slide Number Placeholder 26"/>
          <p:cNvSpPr>
            <a:spLocks noGrp="1"/>
          </p:cNvSpPr>
          <p:nvPr>
            <p:ph type="sldNum" sz="quarter" idx="11"/>
          </p:nvPr>
        </p:nvSpPr>
        <p:spPr/>
        <p:txBody>
          <a:bodyPr rtlCol="0"/>
          <a:lstStyle/>
          <a:p>
            <a:fld id="{E055FE09-2E75-41DC-9347-263EDC17C9E1}" type="slidenum">
              <a:rPr lang="en-US" smtClean="0"/>
              <a:pPr/>
              <a:t>‹N›</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transition>
    <p:wipe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1A70CE3D-4D2A-408B-B1E7-DF5CD625E097}" type="datetimeFigureOut">
              <a:rPr lang="en-US" smtClean="0"/>
              <a:pPr/>
              <a:t>4/29/2022</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E055FE09-2E75-41DC-9347-263EDC17C9E1}" type="slidenum">
              <a:rPr lang="en-US" smtClean="0"/>
              <a:pPr/>
              <a:t>‹N›</a:t>
            </a:fld>
            <a:endParaRPr lang="en-US"/>
          </a:p>
        </p:txBody>
      </p:sp>
    </p:spTree>
  </p:cSld>
  <p:clrMapOvr>
    <a:masterClrMapping/>
  </p:clrMapOvr>
  <p:transition>
    <p:wipe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70CE3D-4D2A-408B-B1E7-DF5CD625E097}" type="datetimeFigureOut">
              <a:rPr lang="en-US" smtClean="0"/>
              <a:pPr/>
              <a:t>4/29/2022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55FE09-2E75-41DC-9347-263EDC17C9E1}" type="slidenum">
              <a:rPr lang="en-US" smtClean="0"/>
              <a:pPr/>
              <a:t>‹N›</a:t>
            </a:fld>
            <a:endParaRPr lang="en-US"/>
          </a:p>
        </p:txBody>
      </p:sp>
    </p:spTree>
  </p:cSld>
  <p:clrMapOvr>
    <a:masterClrMapping/>
  </p:clrMapOvr>
  <p:transition>
    <p:wipe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A70CE3D-4D2A-408B-B1E7-DF5CD625E097}" type="datetimeFigureOut">
              <a:rPr lang="en-US" smtClean="0"/>
              <a:pPr/>
              <a:t>4/29/2022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55FE09-2E75-41DC-9347-263EDC17C9E1}" type="slidenum">
              <a:rPr lang="en-US" smtClean="0"/>
              <a:pPr/>
              <a:t>‹N›</a:t>
            </a:fld>
            <a:endParaRPr lang="en-US"/>
          </a:p>
        </p:txBody>
      </p:sp>
    </p:spTree>
  </p:cSld>
  <p:clrMapOvr>
    <a:masterClrMapping/>
  </p:clrMapOvr>
  <p:transition>
    <p:wipe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A70CE3D-4D2A-408B-B1E7-DF5CD625E097}" type="datetimeFigureOut">
              <a:rPr lang="en-US" smtClean="0"/>
              <a:pPr/>
              <a:t>4/29/2022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55FE09-2E75-41DC-9347-263EDC17C9E1}" type="slidenum">
              <a:rPr lang="en-US" smtClean="0"/>
              <a:pPr/>
              <a:t>‹N›</a:t>
            </a:fld>
            <a:endParaRPr lang="en-US"/>
          </a:p>
        </p:txBody>
      </p:sp>
    </p:spTree>
  </p:cSld>
  <p:clrMapOvr>
    <a:masterClrMapping/>
  </p:clrMapOvr>
  <p:transition>
    <p:wipe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A70CE3D-4D2A-408B-B1E7-DF5CD625E097}" type="datetimeFigureOut">
              <a:rPr lang="en-US" smtClean="0"/>
              <a:pPr/>
              <a:t>4/29/2022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55FE09-2E75-41DC-9347-263EDC17C9E1}" type="slidenum">
              <a:rPr lang="en-US" smtClean="0"/>
              <a:pPr/>
              <a:t>‹N›</a:t>
            </a:fld>
            <a:endParaRPr lang="en-US"/>
          </a:p>
        </p:txBody>
      </p:sp>
    </p:spTree>
  </p:cSld>
  <p:clrMapOvr>
    <a:masterClrMapping/>
  </p:clrMapOvr>
  <p:transition>
    <p:wipe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A70CE3D-4D2A-408B-B1E7-DF5CD625E097}" type="datetimeFigureOut">
              <a:rPr lang="en-US" smtClean="0"/>
              <a:pPr/>
              <a:t>4/29/2022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55FE09-2E75-41DC-9347-263EDC17C9E1}" type="slidenum">
              <a:rPr lang="en-US" smtClean="0"/>
              <a:pPr/>
              <a:t>‹N›</a:t>
            </a:fld>
            <a:endParaRPr lang="en-US"/>
          </a:p>
        </p:txBody>
      </p:sp>
    </p:spTree>
  </p:cSld>
  <p:clrMapOvr>
    <a:masterClrMapping/>
  </p:clrMapOvr>
  <p:transition>
    <p:wipe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1A70CE3D-4D2A-408B-B1E7-DF5CD625E097}" type="datetimeFigureOut">
              <a:rPr lang="en-US" smtClean="0"/>
              <a:pPr/>
              <a:t>4/29/2022</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E055FE09-2E75-41DC-9347-263EDC17C9E1}"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p:sndAc>
      <p:endSnd/>
    </p:sndAc>
  </p:transition>
  <p:timing>
    <p:tnLst>
      <p:par>
        <p:cTn id="1" dur="indefinite" restart="never" nodeType="tmRoot"/>
      </p:par>
    </p:tnLst>
  </p:timing>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audio" Target="file:///C:\Program%20Files%20(x86)\PowerPlugs\PreProcessor\Presentations\9208194\Din%20Radetinac%20-%20Earthquake.mp3" TargetMode="Externa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1066800"/>
            <a:ext cx="8458200" cy="457200"/>
          </a:xfrm>
        </p:spPr>
        <p:txBody>
          <a:bodyPr>
            <a:noAutofit/>
          </a:bodyPr>
          <a:lstStyle/>
          <a:p>
            <a:pPr algn="ctr"/>
            <a:r>
              <a:rPr lang="it-IT" sz="3600" dirty="0" err="1"/>
              <a:t>Fortnite</a:t>
            </a:r>
            <a:r>
              <a:rPr lang="it-IT" sz="3600" dirty="0"/>
              <a:t> stagione 7: tutto ciò che devi sapere sulla stagione 7</a:t>
            </a:r>
            <a:endParaRPr 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6626" name="AutoShape 2" descr="https://techcrunch.com/wp-content/uploads/2018/11/hero1.png?w=730&amp;cro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https://techcrunch.com/wp-content/uploads/2018/11/hero1.png?w=730&amp;cro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30" name="AutoShape 6" descr="https://techcrunch.com/wp-content/uploads/2018/11/hero1.png?w=730&amp;cro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7" name="Din Radetinac - Earthquake.mp3">
            <a:hlinkClick r:id="" action="ppaction://media"/>
          </p:cNvPr>
          <p:cNvPicPr>
            <a:picLocks noRot="1" noChangeAspect="1"/>
          </p:cNvPicPr>
          <p:nvPr>
            <a:audioFile r:link="rId1"/>
          </p:nvPr>
        </p:nvPicPr>
        <p:blipFill>
          <a:blip r:embed="rId4"/>
          <a:stretch>
            <a:fillRect/>
          </a:stretch>
        </p:blipFill>
        <p:spPr>
          <a:xfrm>
            <a:off x="8305800" y="228600"/>
            <a:ext cx="304800" cy="304800"/>
          </a:xfrm>
          <a:prstGeom prst="rect">
            <a:avLst/>
          </a:prstGeom>
        </p:spPr>
      </p:pic>
      <p:pic>
        <p:nvPicPr>
          <p:cNvPr id="8" name="Picture 7" descr="fortnite-season-7-everything-you-need-to-know-about-season-7.jpg"/>
          <p:cNvPicPr>
            <a:picLocks noChangeAspect="1"/>
          </p:cNvPicPr>
          <p:nvPr/>
        </p:nvPicPr>
        <p:blipFill>
          <a:blip r:embed="rId5"/>
          <a:stretch>
            <a:fillRect/>
          </a:stretch>
        </p:blipFill>
        <p:spPr>
          <a:xfrm>
            <a:off x="0" y="1709928"/>
            <a:ext cx="9144000" cy="5148072"/>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9772"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checkerboard(across)">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p:cTn id="12" fill="hold" display="0">
                  <p:stCondLst>
                    <p:cond delay="indefinite"/>
                  </p:stCondLst>
                  <p:endCondLst>
                    <p:cond evt="onNext" delay="0">
                      <p:tgtEl>
                        <p:sldTgt/>
                      </p:tgtEl>
                    </p:cond>
                    <p:cond evt="onPrev" delay="0">
                      <p:tgtEl>
                        <p:sldTgt/>
                      </p:tgtEl>
                    </p:cond>
                    <p:cond evt="onStopAudio" delay="0">
                      <p:tgtEl>
                        <p:sldTgt/>
                      </p:tgtEl>
                    </p:cond>
                  </p:endCondLst>
                </p:cTn>
                <p:tgtEl>
                  <p:spTgt spid="7"/>
                </p:tgtEl>
              </p:cMediaNode>
            </p:audio>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0"/>
            <a:ext cx="8229600" cy="1066800"/>
          </a:xfrm>
        </p:spPr>
        <p:txBody>
          <a:bodyPr>
            <a:normAutofit fontScale="90000"/>
          </a:bodyPr>
          <a:lstStyle/>
          <a:p>
            <a:pPr algn="ctr" fontAlgn="base"/>
            <a:r>
              <a:rPr lang="it-IT" dirty="0" err="1"/>
              <a:t>Fortnite</a:t>
            </a:r>
            <a:r>
              <a:rPr lang="it-IT" dirty="0"/>
              <a:t> stagione 7: tutto ciò che devi sapere sulla stagione 7</a:t>
            </a:r>
            <a:endParaRPr lang="en-US"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3" name="Content Placeholder 2"/>
          <p:cNvSpPr>
            <a:spLocks noGrp="1"/>
          </p:cNvSpPr>
          <p:nvPr>
            <p:ph idx="1"/>
          </p:nvPr>
        </p:nvSpPr>
        <p:spPr>
          <a:xfrm>
            <a:off x="533400" y="2133600"/>
            <a:ext cx="8229600" cy="3886200"/>
          </a:xfrm>
        </p:spPr>
        <p:txBody>
          <a:bodyPr>
            <a:normAutofit fontScale="62500" lnSpcReduction="20000"/>
          </a:bodyPr>
          <a:lstStyle/>
          <a:p>
            <a:r>
              <a:rPr lang="it-IT" dirty="0"/>
              <a:t>In </a:t>
            </a:r>
            <a:r>
              <a:rPr lang="it-IT" dirty="0" err="1"/>
              <a:t>Fortnite</a:t>
            </a:r>
            <a:r>
              <a:rPr lang="it-IT" dirty="0"/>
              <a:t>, all'inizio della settimana di Battle </a:t>
            </a:r>
            <a:r>
              <a:rPr lang="it-IT" dirty="0" err="1"/>
              <a:t>Royale</a:t>
            </a:r>
            <a:r>
              <a:rPr lang="it-IT" dirty="0"/>
              <a:t>, </a:t>
            </a:r>
            <a:r>
              <a:rPr lang="it-IT" dirty="0" err="1"/>
              <a:t>Epic</a:t>
            </a:r>
            <a:r>
              <a:rPr lang="it-IT" dirty="0"/>
              <a:t> ha rilasciato i 14 giorni di </a:t>
            </a:r>
            <a:r>
              <a:rPr lang="it-IT" dirty="0" err="1"/>
              <a:t>Fortnite</a:t>
            </a:r>
            <a:r>
              <a:rPr lang="it-IT" dirty="0"/>
              <a:t>, che includono sfide giornaliere regolari per i prossimi due giorni in arrivo. Ma non c'è nulla di cui preoccuparsi perché ci sono ancora alcune nuove sfide settimanali da completare se il giocatore vuole superare più livelli del "Battle Pass".</a:t>
            </a:r>
            <a:endParaRPr lang="en-US" dirty="0" smtClean="0"/>
          </a:p>
          <a:p>
            <a:pPr>
              <a:buNone/>
            </a:pPr>
            <a:endParaRPr lang="it-IT" dirty="0"/>
          </a:p>
          <a:p>
            <a:pPr>
              <a:buNone/>
            </a:pPr>
            <a:r>
              <a:rPr lang="it-IT" dirty="0"/>
              <a:t>Tuttavia, le sfide di questa settimana sfruttano alcune delle nuove "posizioni sulla mappa della stagione 7", ma allo stesso tempo possiamo anche notare il ritorno di una vecchia sfida preferita dai giocatori, nota come "sfida di ricerca tra". Leggi attentamente questo blog completo per conoscere le sfide di questa settimana e il metodo per giocarci.</a:t>
            </a:r>
            <a:r>
              <a:rPr lang="en-US" dirty="0" smtClean="0"/>
              <a:t/>
            </a:r>
            <a:br>
              <a:rPr lang="en-US" dirty="0" smtClean="0"/>
            </a:br>
            <a:r>
              <a:rPr lang="en-US" dirty="0" smtClean="0"/>
              <a:t/>
            </a:r>
            <a:br>
              <a:rPr lang="en-US" dirty="0" smtClean="0"/>
            </a:br>
            <a:r>
              <a:rPr lang="en-US" dirty="0" smtClean="0"/>
              <a:t/>
            </a:r>
            <a:br>
              <a:rPr lang="en-US" dirty="0" smtClean="0"/>
            </a:br>
            <a:endParaRPr lang="en-US" dirty="0"/>
          </a:p>
        </p:txBody>
      </p:sp>
    </p:spTree>
  </p:cSld>
  <p:clrMapOvr>
    <a:masterClrMapping/>
  </p:clrMapOvr>
  <p:transition spd="slow">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ox(in)">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981200"/>
            <a:ext cx="8839200" cy="4191000"/>
          </a:xfrm>
        </p:spPr>
        <p:txBody>
          <a:bodyPr>
            <a:noAutofit/>
          </a:bodyPr>
          <a:lstStyle/>
          <a:p>
            <a:pPr fontAlgn="base"/>
            <a:r>
              <a:rPr lang="it-IT" sz="1600" dirty="0"/>
              <a:t>Fortunatamente, le nuove </a:t>
            </a:r>
            <a:r>
              <a:rPr lang="it-IT" sz="1600" dirty="0" err="1"/>
              <a:t>zipline</a:t>
            </a:r>
            <a:r>
              <a:rPr lang="it-IT" sz="1600" dirty="0"/>
              <a:t> rendono molto più facile spostarsi sulla mappa e soprattutto su e giù per le montagne.</a:t>
            </a:r>
          </a:p>
          <a:p>
            <a:pPr fontAlgn="base"/>
            <a:r>
              <a:rPr lang="it-IT" sz="1600" dirty="0"/>
              <a:t>Osserva, la ricerca di cinque </a:t>
            </a:r>
            <a:r>
              <a:rPr lang="it-IT" sz="1600" dirty="0" err="1"/>
              <a:t>zipline</a:t>
            </a:r>
            <a:r>
              <a:rPr lang="it-IT" sz="1600" dirty="0"/>
              <a:t> non dovrebbe essere difficile in quanto sono su tutta la mappa.</a:t>
            </a:r>
          </a:p>
          <a:p>
            <a:pPr fontAlgn="base"/>
            <a:r>
              <a:rPr lang="it-IT" sz="1600" dirty="0"/>
              <a:t>Nota: il giocatore può utilizzare solo una </a:t>
            </a:r>
            <a:r>
              <a:rPr lang="it-IT" sz="1600" dirty="0" err="1"/>
              <a:t>zipline</a:t>
            </a:r>
            <a:r>
              <a:rPr lang="it-IT" sz="1600" dirty="0"/>
              <a:t> per partita per completare la sfida.</a:t>
            </a:r>
            <a:endParaRPr lang="en-US" sz="1600" dirty="0"/>
          </a:p>
        </p:txBody>
      </p:sp>
      <p:sp>
        <p:nvSpPr>
          <p:cNvPr id="2050" name="AutoShape 2" descr="https://techcrunch.com/wp-content/uploads/2018/11/rode.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https://techcrunch.com/wp-content/uploads/2018/11/rode.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https://techcrunch.com/wp-content/uploads/2018/11/rode.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 name="Title 6"/>
          <p:cNvSpPr>
            <a:spLocks noGrp="1"/>
          </p:cNvSpPr>
          <p:nvPr>
            <p:ph type="title"/>
          </p:nvPr>
        </p:nvSpPr>
        <p:spPr>
          <a:xfrm>
            <a:off x="381000" y="914400"/>
            <a:ext cx="8229600" cy="1066800"/>
          </a:xfrm>
        </p:spPr>
        <p:txBody>
          <a:bodyPr>
            <a:normAutofit/>
          </a:bodyPr>
          <a:lstStyle/>
          <a:p>
            <a:pPr fontAlgn="base"/>
            <a:r>
              <a:rPr lang="it-IT" sz="2400" b="1" dirty="0"/>
              <a:t>In sella alla nuova </a:t>
            </a:r>
            <a:r>
              <a:rPr lang="it-IT" sz="2400" b="1" dirty="0" err="1"/>
              <a:t>ZiplineIn</a:t>
            </a:r>
            <a:r>
              <a:rPr lang="it-IT" sz="2400" b="1" dirty="0"/>
              <a:t> diverse partite!</a:t>
            </a:r>
            <a:endParaRPr lang="en-US" sz="2400" dirty="0"/>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354C6A02-8E09-4227-A46E-ABB258261082"/>
  <p:tag name="ISPRING_SCORM_RATE_SLIDES" val="1"/>
  <p:tag name="ISPRING_SCORM_PASSING_SCORE" val="100.0000000000"/>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CLOUDFOLDERID" val="0"/>
  <p:tag name="ISPRINGCLOUDFOLDERPATH" val="Content List"/>
  <p:tag name="ISPRING_PLAYERS_CUSTOMIZATION" val="UEsDBBQAAgAIAG+6ZkZ7BdOSwAEAANoDAAAPAAAAbm9uZS9wbGF5ZXIueG1spZJPb9QwEMXPW6nfIfK99m4Rolo59ICUE0WVFhC3lTeZJqaOHTwTsvvtmfzZpFuQQOKQaPIy72fPs/X9sXbJT4hog0/FRq5FAj4PhfVlKr58zm7uxP376yvdOHOCmNgiFT54EEkBmEfbEPseDVWpeCFIhoqEXx63R7SpqIiarVJd18nujQyxVLfr9UZ9e/i4yyuozY31SMbnzF32ciuSJtoQLZ1S8W4trq9WA/ICZ5F7fInBtf3KKPNQqyYCgieIatz2bN3S38381MErOjWAgkdfDbMfTP78EIrWAfbaSo9tOyDqCYO20rS1mzufYMxTMTbsa0A0JaB0vhRq9Ko/mPWTM1hNHLzA9tymPTiLFYsjfejeL+r+bBmyVxNHXYJ0PUwwnGLWOpeBoTZCIZIIP1rLVdZjv85HsN6IcTnP3Xt8tl5il7PGVWZyCvH0gR18JFOUco5ejtHLwdTbh+ITF49TnLsFMgezhKArqt3bf86j7/6fOAp4Mq0jcV7B+gKOmeW/BDWPQsAz9pqkxsl+tTOVd9ce6hdX40Iadzdl8R1FQiaWwNewMGTUos8w9Zqm1fg5JTTHotXv91JPRC5/AVBLAQIAABQAAgAIAG+6ZkZ7BdOSwAEAANoDAAAPAAAAAAAAAAEAAAAAAAAAAABub25lL3BsYXllci54bWxQSwUGAAAAAAEAAQA9AAAA7QEAAAAA"/>
  <p:tag name="ISPRING_PRESENTATION_TITLE" val="9208194"/>
  <p:tag name="ISPRING_RESOURCE_PATHS_HASH_PRESENTER" val="a789b722be738dc9bfc3594d311e14d59e214d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135</TotalTime>
  <Words>214</Words>
  <Application>Microsoft Office PowerPoint</Application>
  <PresentationFormat>Presentazione su schermo (4:3)</PresentationFormat>
  <Paragraphs>12</Paragraphs>
  <Slides>3</Slides>
  <Notes>3</Notes>
  <HiddenSlides>0</HiddenSlides>
  <MMClips>1</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3</vt:i4>
      </vt:variant>
    </vt:vector>
  </HeadingPairs>
  <TitlesOfParts>
    <vt:vector size="9" baseType="lpstr">
      <vt:lpstr>Arial</vt:lpstr>
      <vt:lpstr>Calibri</vt:lpstr>
      <vt:lpstr>Georgia</vt:lpstr>
      <vt:lpstr>Trebuchet MS</vt:lpstr>
      <vt:lpstr>Wingdings 2</vt:lpstr>
      <vt:lpstr>Urban</vt:lpstr>
      <vt:lpstr>Fortnite stagione 7: tutto ciò che devi sapere sulla stagione 7</vt:lpstr>
      <vt:lpstr>Fortnite stagione 7: tutto ciò che devi sapere sulla stagione 7</vt:lpstr>
      <vt:lpstr>In sella alla nuova ZiplineIn diverse partite!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9208194</dc:title>
  <dc:creator>Nitesh</dc:creator>
  <cp:lastModifiedBy>Utente Windows</cp:lastModifiedBy>
  <cp:revision>41</cp:revision>
  <dcterms:created xsi:type="dcterms:W3CDTF">2018-12-07T17:18:47Z</dcterms:created>
  <dcterms:modified xsi:type="dcterms:W3CDTF">2022-04-29T06:44:34Z</dcterms:modified>
</cp:coreProperties>
</file>